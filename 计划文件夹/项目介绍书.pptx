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0" y="914400"/>
            <a:ext cx="402336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挑战杯 · 揭榜挂帅 · 上海人工智能实验室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4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Intern-S1 的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数学智能体设计与推理创新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构建全链路数学智能体 — 问题理解 → 题型分类 → 知识检索 → 推理求解 → 多重校验 → 结构化输出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子领域覆盖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41148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100题实测准确率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41148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源文件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41148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过程校验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更新日期：2026-07-22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一、项目概述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— 多智能体数学推理与验证系统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项目定位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构建全链路数学智能体系统，实现从问题理解到结构化输出的完整闭环。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不同于简单的 Prompt 堆叠方案，设计多 Agent 协作架构，创新引入 Lean 4 形式化验证，确保推理结果的可靠性和可解释性。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383280"/>
            <a:ext cx="41148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456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核心闭环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38404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问题理解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题型分类（18 领域自动识别）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知识检索（IMA 知识库）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推理求解（长 CoT + 演绎推理）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多重校验（自验 + DS 评判 + Lean 4）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标准化输出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核心数据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覆盖：18 个高等数学子领域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评测：112 道闭源试题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准确率：100 题实测 71%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已知领域：微积分/极限/导数/积分 100%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代码量：30+ Python 文件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格式支持：7 种格式自动转化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三大核心优势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9476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多 Agent 协作架构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非单 Prompt 方案，五模块协同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Lean 4 形式化验证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国内同类比赛首创，数学级可靠性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完备工具链生态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GUI + Web Demo + Docker 一键部署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二、项目背景与核心挑战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赛事背景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2026年挑战杯「揭榜挂帅」聚焦 8 大前沿领域，上海人工智能实验室基于 Intern-S1 在 2025 CMO 中斩获 102 分（大模型榜首、远超金牌线），发起了本赛题。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Intern-S1 解题思路被阅卷专家评价为「新的解法」，充分展现了实验室在复杂逻辑推理领域的前沿实力。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749040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822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比赛要求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16052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构建基于 Intern-S API 的智能体系统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接收数学题干 + 元数据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完成逻辑推演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输出标准 JSON 格式答案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agent.solve(problem, metadata) → dict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平台固定调用入口，必须严格实现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核心挑战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覆盖极广：18 子领域 × 112 题，单一 Prompt 无法通用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核心挑战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154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必须展示推理过程：不能只给答案，需完整推理链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429768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4370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核心挑战 3 &amp;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4709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JSON 格式输出：格式错误直接判未通过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评测不可见：无法获取题目/答案/逐题反馈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三、技术架构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 + 全链路闭环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07008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0700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20700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数学问题（自然语言）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865376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86537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题型分类 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865376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领域自动识别 · 策略路由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235000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59736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523744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2374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知识检索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523744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 · 方法/公式/例题召回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008376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118104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182112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18211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推理求解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18211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CoT + 演绎推理 · 领域自适应 Prompt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366674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840480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8404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Intern-S1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384048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多轮调用（不改模型参数）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432511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4498848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4988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多重过程校验 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449884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自验证 · DeepSeek 逻辑审查 · Lean 4 形式化验证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4983480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5093208"/>
            <a:ext cx="8595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5157216"/>
            <a:ext cx="2286000" cy="420624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51572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格式化输出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0" y="5157216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final_response + trace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5760720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1480" y="5833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技术栈：Intern-S1 API · DeepSeek · Lean 4 + Mathlib4 · FastAPI · Docker · SymPy · 腾讯IMA · Git | 全部相对路径，无硬编码密钥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四、核心模块详解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题型分类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 18 领域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语义分类 + 置信度评估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输出：领域标签 + 推荐策略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RAG 知识检索层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知识库语义检索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18 子领域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方法论文 + 例题 + 公式手册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推理求解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 Towards Reasoning Era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CoT + 演绎搜索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领域自适应 Few-shot 注入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7889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多重过程校验 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第一层：自验证（代入检算）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第二层：DeepSeek 逻辑审查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第三层：Lean 4 形式化验证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891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462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JSON 格式化输出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8006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三级提取（标记→boxed→末行）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多层格式校验 + 自动修复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final_response 非空保证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43891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4462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Agent 编排器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8006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协调多 Agent 数据流转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校验失败自动重试/回溯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全局异常捕获 + trace 日志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五、创新亮点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差异化竞争力分析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Lean 4 形式化验证闭环 — 国内同类比赛首创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自然语言推理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↓ DeepSeek 转化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4 代码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↓ lake env lean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编译验证 (847 文件)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↓ 根因分析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错误定位与修复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推理结果的可靠性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有了数学级别的保证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而非仅依赖模型「自信」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261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多 Agent 协作架构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16002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题型分类 → RAG 检索 → 推理求解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过程校验 → JSON 输出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五模块协同，远优于单 Prompt 方案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31546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3227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🌳 AND-OR DAG 证明树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356616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复杂证明分解为子引理 DAG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支持并行验证 + 精确回溯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推理过程可视化展示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9776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0507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🧰 完备工具链生态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3891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开发-评测-可视化全链路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种格式自动转化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+ Web Demo + Docker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9776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40507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规范 trace 日志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3891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完整记录推理链路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同分场景提升设计评分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便于错题溯源排查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六、项目成果展示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题实测成绩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已知领域准确率 100%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微积分 / 极限 / 导数 / 积分全部正确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1261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项目规模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600200"/>
            <a:ext cx="2286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    Python 源文件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15万+  代码总量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份   HTML 报告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份   JSON 报告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     SQLite 数据库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847     Lean 4 项目文件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种     格式支持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2286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261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已完成功能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1600200"/>
            <a:ext cx="2011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分步推理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DeepSeek 评判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题库管理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GUI 界面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报告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Lean 4 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 部署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submit/ 适配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49040"/>
            <a:ext cx="8595360" cy="3840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749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749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1330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评测基础设施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4133088"/>
            <a:ext cx="1371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4133088"/>
            <a:ext cx="365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41330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08576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085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题库管理系统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460857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46085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4608576"/>
            <a:ext cx="3657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46085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5084064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50840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界面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5084064"/>
            <a:ext cx="1371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50840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5084064"/>
            <a:ext cx="365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50840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5559552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55595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 4 验证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17520" y="555955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55595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0" y="5559552"/>
            <a:ext cx="3657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55595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13308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41330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user_agent.py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52360" y="4133088"/>
            <a:ext cx="1371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452360" y="41330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823960" y="4133088"/>
            <a:ext cx="365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823960" y="41330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608576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46085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多Agent系统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52360" y="4608576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7452360" y="46085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823960" y="4608576"/>
            <a:ext cx="3657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8823960" y="46085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5084064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50840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18领域知识库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52360" y="5084064"/>
            <a:ext cx="1371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452360" y="50840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823960" y="5084064"/>
            <a:ext cx="365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823960" y="50840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5559552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4709160" y="55595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112题评测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52360" y="5559552"/>
            <a:ext cx="137160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7452360" y="55595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823960" y="5559552"/>
            <a:ext cx="3657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4"/>
          <p:cNvSpPr/>
          <p:nvPr/>
        </p:nvSpPr>
        <p:spPr>
          <a:xfrm>
            <a:off x="8823960" y="55595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七、提交策略与未来展望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分阶段提交策略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试探期（9/1-9/5）：4-6 次，验证平台兼容性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调优期（9/6-9/10）：6-8 次，调 Prompt + 性能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冲刺期（9/11-9/15）：4-6 次，最优版本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充分利用每周 10 次 / 每日 2 次提交额度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风险防控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每次提交前本地完整模拟全流程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 化确保环境一致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全局异常捕获 + 降级策略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保留历史版本可快速回滚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终审擂台赛准备（10-11月）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 Web Demo 交互界面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AND-OR DAG 证明树可视化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超长程推理支持（回溯 + 状态管理）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外部工具集成（SymPy / 数值求解器）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长远价值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79476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教育应用：数学智能辅导工具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科研辅助：定理证明形式化验证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评测基准：通用数学推理评测平台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技术迁移：多Agent架构迁移至其他密集推理任务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获奖学生进入上海AI实验室人才储备池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846320"/>
            <a:ext cx="859536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/>
          <a:effectLst>
            <a:outerShdw sx="100000" sy="100000" kx="0" ky="0" algn="bl" rotWithShape="0" blurRad="50800" dist="25400" dir="16200000">
              <a:srgbClr val="00000022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9194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提交前自检清单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52578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AtomGit 报名组队 / 仓库创建    ✅ 赛事页面绑定仓库并提交    ✅ main 分支可正常访问源码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user_agent.py 可正常导入    ✅ ReasoningAgent 可实例化 solve 合规    ✅ 依赖写入 requirements.txt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无硬编码密钥 / 绝对路径 / 调试答案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· 挑战杯揭榜挂帅 · XH-202627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MathPilot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Intern-S1 的数学智能体设计与推理创新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1828800"/>
            <a:ext cx="3657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敬请指导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3017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联系信息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发榜单位：上海人工智能实验室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协办单位：AtomGit 社区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比赛官网：www.tiaozhanbei.net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GitHub：github.com/Molight1007/-csust
</a:t>
            </a:r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终审邮箱：changshuai@pjlab.org.cn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英雄不问出处，创新不问出身，擂台之上见高低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谁有本事，谁就「揭榜」，谁能破题，谁就「挂帅」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MathPilot © 2026 · 挑战杯揭榜挂帅 XH-202627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0" y="6263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MathPilot 项目介绍书</dc:title>
  <dc:subject>PptxGenJS Presentation</dc:subject>
  <dc:creator>MathPilot Team</dc:creator>
  <cp:lastModifiedBy>MathPilot Team</cp:lastModifiedBy>
  <cp:revision>1</cp:revision>
  <dcterms:created xsi:type="dcterms:W3CDTF">2026-07-22T01:30:27Z</dcterms:created>
  <dcterms:modified xsi:type="dcterms:W3CDTF">2026-07-22T01:30:27Z</dcterms:modified>
</cp:coreProperties>
</file>