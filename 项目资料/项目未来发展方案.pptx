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92000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Intern-S1 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数学智能体设计与推理创新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  项目未来发展方案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覆盖周期：2026年7月20日 - 9月5日（47天冲刺）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发榜单位：上海人工智能实验室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github.com/Molight1007/-csust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 · 未来发展方案 · 2026年7月20日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比赛要求拆解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短期目标：服务器 + 推理增强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两周冲刺：多Agent + 子目标 + 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核心架构升级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时间线与里程碑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关键风险与应对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预期成果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比赛要求拆解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XH-202627 · 初赛 + 总决赛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初赛核心要求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推理求解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理解自然语言数学问题，自主规划、求解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已实现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过程解释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启发式表达方式解释推理过程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已实现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结构化输出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严格按 JSON 格式输出结果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已实现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覆盖18子领域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112道题目，涵盖偏微分方程等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未开始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多智能体协作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题型分类 + 知识检索 + 求解 + 校验 + 格式化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亟待开发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知识库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18个领域定义、定理、例题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  亟待建设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总决赛额外要求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389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可交互 Demo（Web / Notebook）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超长程推理（复杂多轮推理）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5303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自动识别题型调用不同 Solver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60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过程校验智能体，推理过程自主调控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短期目标（7/20-7/27）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服务器搭建 + 推理增强：自检打回 + 温度多答案剪枝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目标一：搭建服务器环境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后端框架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/ Flask + Intern-S1 API 代理服务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反向代理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反向代理 + SSL 证书，确保安全稳定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任务调度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/ RabbitMQ 请求队列，支持并发控制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环境，确保开发和部署环境一致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环境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服务器上部署 lake + mathlib4 编译环境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5303520" cy="1280160"/>
          </a:xfrm>
          <a:prstGeom prst="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监控运维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846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 + 自动重启 + 日志收集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目标二：书生AI自我错误检测与打回重生成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 → 自检 → 打回 → 重新推理 闭环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371600" cy="1828800"/>
          </a:xfrm>
          <a:prstGeom prst="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6459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步骤自验证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Step-wise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Self-Verification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20116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1371600" cy="1828800"/>
          </a:xfrm>
          <a:prstGeom prst="rect">
            <a:avLst>
              <a:gd name="adj" fmla="val 6667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6459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全局一致性检查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1371600" cy="1828800"/>
          </a:xfrm>
          <a:prstGeom prst="rect">
            <a:avLst>
              <a:gd name="adj" fmla="val 6667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459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答案合理性审查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 Audit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20116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601200" y="1645920"/>
            <a:ext cx="1371600" cy="1828800"/>
          </a:xfrm>
          <a:prstGeom prst="rect">
            <a:avLst>
              <a:gd name="adj" fmla="val 6667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16459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检测到错误？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430000" y="2011680"/>
            <a:ext cx="914400" cy="1097280"/>
          </a:xfrm>
          <a:prstGeom prst="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2011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错误定位 → 标记出错步骤 → 回退到出错位置 → 基于错误分析重新推理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最大重试 3 次，超限标记为「无法自行修复」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完整日志记录：每次打回的原因和修复过程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52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 DeepSeek 评判结果，双重确认推理正确性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目标三：温度控制与多答案剪枝策略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多温度采样策略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103120" cy="1463040"/>
          </a:xfrm>
          <a:prstGeom prst="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高确定性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保守推理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737360"/>
            <a:ext cx="21031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8892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较确定性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标准推理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737360"/>
            <a:ext cx="2103120" cy="1463040"/>
          </a:xfrm>
          <a:prstGeom prst="rect">
            <a:avLst>
              <a:gd name="adj" fmla="val 6250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平衡模式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默认推理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737360"/>
            <a:ext cx="2103120" cy="1463040"/>
          </a:xfrm>
          <a:prstGeom prst="rect">
            <a:avLst>
              <a:gd name="adj" fmla="val 6250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5236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较探索性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创新解法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784080" y="1737360"/>
            <a:ext cx="2103120" cy="1463040"/>
          </a:xfrm>
          <a:prstGeom prst="rect">
            <a:avLst>
              <a:gd name="adj" fmla="val 625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高探索性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多样化推理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每种温度生成 2-3 个回答 → 共计 10-15 个候选答案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多答案剪枝策略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剪枝方法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共识投票 (Consensus Voting)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候选答案聚类，多数答案簇的质心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剔除 outlier 错误答案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置信度加权评分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自验证置信度 + 完整性 + 合理性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量化评估每个候选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裁判评审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 Top-3 候选进行二次评判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精选最优答案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冗余剪枝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去除高相似度 (&gt;0.9) 的重复推理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保留差异化路径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路径多样性奖励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优先不同解题方法的答案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增强答案覆盖度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两周冲刺目标（7/27-8/10）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多智能体协作系统 + 子目标解题 + RAG 部署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目标四：多智能体协作系统 (Multi-Agent)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五大核心 Agent 架构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103120" cy="2103120"/>
          </a:xfrm>
          <a:prstGeom prst="rect">
            <a:avLst>
              <a:gd name="adj" fmla="val 4348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54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题型分类器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18子领域识别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题型特征向量提取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2103120" cy="2103120"/>
          </a:xfrm>
          <a:prstGeom prst="rect">
            <a:avLst>
              <a:gd name="adj" fmla="val 4348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554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RAG知识检索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21945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定义/定理/公式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典型例题召回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2103120" cy="2103120"/>
          </a:xfrm>
          <a:prstGeom prst="rect">
            <a:avLst>
              <a:gd name="adj" fmla="val 4348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推理求解器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领域自适应CoT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子目标分解推理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1463040"/>
            <a:ext cx="2103120" cy="2103120"/>
          </a:xfrm>
          <a:prstGeom prst="rect">
            <a:avLst>
              <a:gd name="adj" fmla="val 4348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554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过程校验器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1945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数值/逻辑/量纲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Lean形式化验证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0" y="1463040"/>
            <a:ext cx="2103120" cy="2103120"/>
          </a:xfrm>
          <a:prstGeom prst="rect">
            <a:avLst>
              <a:gd name="adj" fmla="val 4348"/>
            </a:avLst>
          </a:prstGeom>
          <a:solidFill>
            <a:srgbClr val="6C348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554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JSON格式化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0" y="21945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严格比赛格式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自动校验修复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编排器 (Orchestrator)：基于 Pipeline 流水线架构，支持条件分支、状态管理、断点恢复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题型分类 → 知识检索 → 推理求解 → 过程校验 → 格式化输出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↑                    ↓ (校验失败，打回重试，最多3次)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技术方案：考虑 LangGraph 或自研轻量编排器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目标五：制定子目标解题能力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核心理念：让 AI 像人类一样分步思考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2103120" cy="2743200"/>
          </a:xfrm>
          <a:prstGeom prst="rect">
            <a:avLst>
              <a:gd name="adj" fmla="val 4348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问题分解器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分析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问题结构，自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动拆分为子问题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2103120" cy="2743200"/>
          </a:xfrm>
          <a:prstGeom prst="rect">
            <a:avLst>
              <a:gd name="adj" fmla="val 4348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子目标规划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7432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定义每个子问题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的输入/输出/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求解方法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645920"/>
            <a:ext cx="2103120" cy="2743200"/>
          </a:xfrm>
          <a:prstGeom prst="rect">
            <a:avLst>
              <a:gd name="adj" fmla="val 4348"/>
            </a:avLst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依赖关系图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 DAG 依赖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图，确保求解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顺序正确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645920"/>
            <a:ext cx="2103120" cy="2743200"/>
          </a:xfrm>
          <a:prstGeom prst="rect">
            <a:avLst>
              <a:gd name="adj" fmla="val 4348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结果传递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27432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子目标输出自动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传递为下一个的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输入参数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1645920"/>
            <a:ext cx="2103120" cy="2743200"/>
          </a:xfrm>
          <a:prstGeom prst="rect">
            <a:avLst>
              <a:gd name="adj" fmla="val 4348"/>
            </a:avLst>
          </a:prstGeom>
          <a:solidFill>
            <a:srgbClr val="6C348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9264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验证与回溯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7432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独立验证每个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子目标，失败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则回溯重解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914400"/>
          </a:xfrm>
          <a:prstGeom prst="rect">
            <a:avLst>
              <a:gd name="adj" fmla="val 8000"/>
            </a:avLst>
          </a:prstGeom>
          <a:solidFill>
            <a:srgbClr val="C5D4E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 f(x)=x³-3x²+2 在 [-1, 3] 的最值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子目标1: 求导 f'(x) → 子目标2: 找临界点 f'(x)=0 → 子目标3: 计算 f(-1)/f(0)/f(2)/f(3) → 子目标4: 比较求最值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目标六：部署资料库 RAG 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知识库建设方案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技术实现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03520" cy="1371600"/>
          </a:xfrm>
          <a:prstGeom prst="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内容规划（每个领域）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定义与定理集  ·  公式手册  ·  典型例题与详解 5-10道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解题方法论指南  ·  常见错误与陷阱分析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303520" cy="2286000"/>
          </a:xfrm>
          <a:prstGeom prst="rect">
            <a:avLst>
              <a:gd name="adj" fmla="val 3200"/>
            </a:avLst>
          </a:prstGeom>
          <a:solidFill>
            <a:srgbClr val="C5D4E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18领域优先级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领域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🔴 高优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偏微分方程、复分析、拓扑学、运筹学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代数、数论、几何、概率论、统计学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一般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泛函分析、ODE、组合数学、图论等9个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0" y="1554480"/>
            <a:ext cx="5303520" cy="3931920"/>
          </a:xfrm>
          <a:prstGeom prst="rect">
            <a:avLst>
              <a:gd name="adj" fmla="val 1860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751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知识库平台：IMA 知识库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检索策略：BM25 稀疏 + 向量语义混合检索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分块策略：按定理/定义/例题粒度，512 tokens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重排序：DeepSeek 对检索结果相关性重排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Top-K：取 Top-5 最相关知识片段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上下文注入：知识片段注入 Intern-S1 推理 Prompt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核心架构升级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从单一推理引擎 → 多智能体协作系统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2011680"/>
          </a:xfrm>
          <a:prstGeom prst="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原有架构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→ Intern-S1 推理 → DeepSeek 评判 → 输出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303520" cy="4572000"/>
          </a:xfrm>
          <a:prstGeom prst="rect">
            <a:avLst>
              <a:gd name="adj" fmla="val 2000"/>
            </a:avLst>
          </a:prstGeom>
          <a:solidFill>
            <a:srgbClr val="C2D3E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升级架构 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题型分类Agent（18类识别）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212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RAG知识检索Agent（知识库召回）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6883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子目标分解器（复杂问题拆解）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1638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Intern-S1 推理（多温度 + 多答案）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3639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自检测校验（错误→打回重试≤3次）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多答案剪枝（投票+评分+裁判）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5902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DeepSeek 最终评判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50657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JSON 格式化输出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时间线与里程碑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7月20日 - 9月5日 · 47天冲刺计划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47天冲刺路线图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里程碑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交付物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7/20-7/27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服务器+增强推理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自检+温度剪枝完成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准确率 71%→75%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7/27-8/3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 v0.1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分类+检索+推理Agent联调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多Agent跑通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8/3-8/10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 v1.0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校验+子目标+RAG全覆盖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系统达评测状态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8/10-8/17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全量评测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112题评测+弱项分析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首轮准确率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8/17-8/24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迭代优化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2-3轮Prompt+知识库优化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准确率 80%+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8/24-9/5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文档+提交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方案文档+视频+代码+提交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完整提交材料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关键风险与应对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识别并规避开发过程中的主要风险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风险管理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应对措施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多Agent开发超时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采用简化编排器，先跑通核心流水线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RAG知识库建设不足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优先4个高优领域 + AI辅助生成内容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温度剪枝效果不佳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迭代调整温度分布和剪枝参数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API限流/超时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请求间隔策略 + 批量评判 + 本地缓存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112题公布时间不确定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自建题库练手 + 公布后快速适配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预期成果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48小时冲刺后系统将达到的能力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稳定服务器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Nginx + Docker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支撑并发评测与API服务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自检机制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三步自验证 + 打回重试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推理准确率显著提升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温度剪枝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10-15候选答案 → 最优1-2个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多解题目支持多答案输出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多Agent系统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5大Agent + 编排器协作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从分类到输出的全自动化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8404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8912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子目标分解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复杂问题自动拆解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DAG依赖图 + 回溯修复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840480"/>
            <a:ext cx="3566160" cy="2468880"/>
          </a:xfrm>
          <a:prstGeom prst="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18领域全覆盖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BM25+向量混合检索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9月5日前，将系统准确率从 71% 提升至 80%+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完成多Agent协作系统开发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打造国内领先的数学智能体系统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3657600"/>
            <a:ext cx="6702552" cy="5486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路径：服务器 → 自检 → 温度剪枝 → 多Agent → RAG → 子目标 → 评测 → 提交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0574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19200" y="37719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挑战杯 XH-202627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Intern-S1 的数学智能体设计与推理创新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未来发展方案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51435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github.com/Molight1007/-csust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初赛截止：2026年9月5日 · 距今日还有47天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项目未来发展方案</dc:subject>
  <dc:creator>Challenge Cup XH-202627 Team</dc:creator>
  <cp:lastModifiedBy>Challenge Cup XH-202627 Team</cp:lastModifiedBy>
  <cp:revision>1</cp:revision>
  <dcterms:created xsi:type="dcterms:W3CDTF">2026-07-20T03:23:19Z</dcterms:created>
  <dcterms:modified xsi:type="dcterms:W3CDTF">2026-07-20T03:23:19Z</dcterms:modified>
</cp:coreProperties>
</file>